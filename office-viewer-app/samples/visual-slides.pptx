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slide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for slide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2164C4"/>
          </a:solidFill>
          <a:ln w="12700">
            <a:solidFill>
              <a:srgbClr val="2164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Office Viewer — Slide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0304A"/>
                </a:solidFill>
              </a:rPr>
              <a:t>Local preview: text, shapes and images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00400"/>
          <a:ext cx="4572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Format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Preview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PPTX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Canvas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Parquet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Paged table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400800" y="283464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Office Viewer — Slide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0304A"/>
                </a:solidFill>
              </a:rPr>
              <a:t>Second slide: tables and charts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00400"/>
          <a:ext cx="45720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Format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Preview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PPTX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Canvas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Parquet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Paged table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6400800" y="283464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Office Viewer</dc:creator>
  <cp:lastModifiedBy>Office Viewer</cp:lastModifiedBy>
  <cp:revision>1</cp:revision>
  <dcterms:created xsi:type="dcterms:W3CDTF">2026-09-06T19:41:59Z</dcterms:created>
  <dcterms:modified xsi:type="dcterms:W3CDTF">2026-09-06T19:41:59Z</dcterms:modified>
</cp:coreProperties>
</file>